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CEO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Strategist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ідеї до інвесторського бізнес-плану — за 90 секунд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931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AI Hackathon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Валідація ідеї коштує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$5 000 і 2 тижні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57200" y="2423160"/>
            <a:ext cx="2651760" cy="21031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2560320"/>
            <a:ext cx="91440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$5k+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67588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коштує аналіз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консультанта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55848" y="2423160"/>
            <a:ext cx="2651760" cy="21031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0" name="Shape 8"/>
          <p:cNvSpPr/>
          <p:nvPr/>
        </p:nvSpPr>
        <p:spPr>
          <a:xfrm>
            <a:off x="4224528" y="2560320"/>
            <a:ext cx="91440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224528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тиж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5848" y="3200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тижні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55848" y="367588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очікування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готового звіту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4496" y="2423160"/>
            <a:ext cx="2651760" cy="21031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23176" y="2560320"/>
            <a:ext cx="91440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думка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54496" y="3200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Суб'єктив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54496" y="367588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джерел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перевірки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CEO</a:t>
            </a:r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— ваш AI-аналітик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192024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228600" cy="1097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2514600" y="1828800"/>
            <a:ext cx="192024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18288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Ресёрч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кроків)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2286000"/>
            <a:ext cx="228600" cy="1097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828800"/>
            <a:ext cx="192024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8288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Скоринг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3 моделі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0" y="2286000"/>
            <a:ext cx="228600" cy="1097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6812280" y="1828800"/>
            <a:ext cx="1920240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18288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Бізнес-план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PDF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236976"/>
            <a:ext cx="118872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369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320040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цифра — з реальних джерел (кліковані посилання)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675888"/>
            <a:ext cx="118872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75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363931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AI-персони: Скептик / Адвокат / Аналітик — /100 балів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118872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14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Інтерактив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4078224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Тягни CAC → LTV:CAC, payback, break-even рухаються вживу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553712"/>
            <a:ext cx="118872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537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Експорт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0" y="4517136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з appendix джерел за одним кліком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ВАЛІДАЦІЯ ІДЕЇ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Multi-LLM панель: 3 погляди, 1 рахунок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2606040" cy="2011680"/>
          </a:xfrm>
          <a:prstGeom prst="rect">
            <a:avLst/>
          </a:prstGeom>
          <a:solidFill>
            <a:srgbClr val="1A234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6152" y="1719072"/>
            <a:ext cx="91440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216152" y="17190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Скептик-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інвестор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8529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14/25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00400" y="1600200"/>
            <a:ext cx="2606040" cy="2011680"/>
          </a:xfrm>
          <a:prstGeom prst="rect">
            <a:avLst/>
          </a:prstGeom>
          <a:solidFill>
            <a:srgbClr val="1A234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50792" y="1719072"/>
            <a:ext cx="91440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050792" y="17190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0" y="22860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Адвокат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28529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22/25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2606040" cy="2011680"/>
          </a:xfrm>
          <a:prstGeom prst="rect">
            <a:avLst/>
          </a:prstGeom>
          <a:solidFill>
            <a:srgbClr val="1A234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85432" y="1719072"/>
            <a:ext cx="91440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885432" y="17190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0" y="22860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Нейтральний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аналітик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35040" y="28529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18/25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6576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категорії по 25 балів = /100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1920240" cy="502920"/>
          </a:xfrm>
          <a:prstGeom prst="rect">
            <a:avLst/>
          </a:prstGeom>
          <a:solidFill>
            <a:srgbClr val="1A234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× Market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14600" y="4206240"/>
            <a:ext cx="1920240" cy="502920"/>
          </a:xfrm>
          <a:prstGeom prst="rect">
            <a:avLst/>
          </a:prstGeom>
          <a:solidFill>
            <a:srgbClr val="1A234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× Diff.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4206240"/>
            <a:ext cx="1920240" cy="502920"/>
          </a:xfrm>
          <a:prstGeom prst="rect">
            <a:avLst/>
          </a:prstGeom>
          <a:solidFill>
            <a:srgbClr val="1A234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Model × 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4206240"/>
            <a:ext cx="1920240" cy="502920"/>
          </a:xfrm>
          <a:prstGeom prst="rect">
            <a:avLst/>
          </a:prstGeom>
          <a:solidFill>
            <a:srgbClr val="1A234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× Traction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0" y="3703320"/>
            <a:ext cx="3383280" cy="457200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0" y="3703320"/>
            <a:ext cx="3383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Розбіжність &gt;5 балів = ключовий ризик для CustDev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ЦЕ ПРАЦЮЄ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8-крокова дослідницька машина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1965960" cy="1188720"/>
          </a:xfrm>
          <a:prstGeom prst="rect">
            <a:avLst/>
          </a:prstGeom>
          <a:solidFill>
            <a:srgbClr val="1A2340"/>
          </a:solidFill>
          <a:ln w="6350">
            <a:solidFill>
              <a:srgbClr val="2D3F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0934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9019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3042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554480"/>
            <a:ext cx="1965960" cy="118872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60934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14600" y="19019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Ринок TAM/SAM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23042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4.8 + web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1965960" cy="1188720"/>
          </a:xfrm>
          <a:prstGeom prst="rect">
            <a:avLst/>
          </a:prstGeom>
          <a:solidFill>
            <a:srgbClr val="1A2340"/>
          </a:solidFill>
          <a:ln w="6350">
            <a:solidFill>
              <a:srgbClr val="2D3F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0934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19019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3042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+ web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554480"/>
            <a:ext cx="1965960" cy="1188720"/>
          </a:xfrm>
          <a:prstGeom prst="rect">
            <a:avLst/>
          </a:prstGeom>
          <a:solidFill>
            <a:srgbClr val="1A2340"/>
          </a:solidFill>
          <a:ln w="6350">
            <a:solidFill>
              <a:srgbClr val="2D3F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60934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12280" y="19019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Canvas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12280" y="23042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1965960" cy="1188720"/>
          </a:xfrm>
          <a:prstGeom prst="rect">
            <a:avLst/>
          </a:prstGeom>
          <a:solidFill>
            <a:srgbClr val="1A2340"/>
          </a:solidFill>
          <a:ln w="6350">
            <a:solidFill>
              <a:srgbClr val="2D3F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2666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5760" y="33192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30-60-90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7216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14600" y="2971800"/>
            <a:ext cx="1965960" cy="118872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02666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514600" y="33192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Юніт-економіка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14600" y="37216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971800"/>
            <a:ext cx="1965960" cy="1188720"/>
          </a:xfrm>
          <a:prstGeom prst="rect">
            <a:avLst/>
          </a:prstGeom>
          <a:solidFill>
            <a:srgbClr val="1A2340"/>
          </a:solidFill>
          <a:ln w="6350">
            <a:solidFill>
              <a:srgbClr val="2D3F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02666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663440" y="33192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Ризики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63440" y="37216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2971800"/>
            <a:ext cx="1965960" cy="118872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302666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12280" y="33192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Синтез → Pitch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12280" y="37216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ТЕХНОЛОГІЧНИЙ СТЕК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0972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00200" y="97840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 + TypeScript (ESM) + Express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0972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157276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SDK — Claude Opus 4.8 / Sonnet 4.6 / Haiku 4.5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10972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48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21671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native web_search tool (цитати вбудовано)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10972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743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276148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 SPA, Recharts, SSE live-timeline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10972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3375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33558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(вже налаштовано), JSON-persist для replay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10972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931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00200" y="395020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TypeScript: computeUnitEconomics — нуль LLM в математиці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Математика в TS, не в LLM — нуль галюцинацій. Кожна цифра = citationId або estimated:true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 секунд від ідеї до захищеного плану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11430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91640" y="195681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web-search з кліковими джерелами — бачите, звідки цифра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633472"/>
            <a:ext cx="11430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6334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2670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Тягни CAC — LTV:CAC, payback, break-even рухаються вживу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46704"/>
            <a:ext cx="11430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34670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AI-погляди розходяться — головний ризик помічений одразу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059936"/>
            <a:ext cx="11430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05993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40965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Клік Export — готовий PDF з appendix джерел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демо — детермінований replay перевіреного прогону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БІЗНЕС-ЦІННІСТЬ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1554480"/>
          </a:xfrm>
          <a:prstGeom prst="rect">
            <a:avLst/>
          </a:prstGeom>
          <a:solidFill>
            <a:srgbClr val="1A23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консалтинг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заміняємо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914400"/>
            <a:ext cx="2560320" cy="1554480"/>
          </a:xfrm>
          <a:prstGeom prst="rect">
            <a:avLst/>
          </a:prstGeom>
          <a:solidFill>
            <a:srgbClr val="1A23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0058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90с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33756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замість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тижнів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914400"/>
            <a:ext cx="2560320" cy="1554480"/>
          </a:xfrm>
          <a:prstGeom prst="rect">
            <a:avLst/>
          </a:prstGeom>
          <a:solidFill>
            <a:srgbClr val="1A23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0058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×3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21792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більше заявок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оброблює акселератор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Хто купує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236976"/>
            <a:ext cx="10058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369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3200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/ seed засновники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51960" y="32278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Швидка валідація до розмови з інвесторами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31336"/>
            <a:ext cx="10058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313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37947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Акселератори / інкубатори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51960" y="38221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Стандартизований скоринг заявок — з годин до хвилин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425696"/>
            <a:ext cx="10058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256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4389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Корпоративні інновації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51960" y="441655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нових ринків без консультантів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CEO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Цитований інвесторський бізнес-план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живою фінмоделлю — за 90 секунд.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3337560"/>
            <a:ext cx="32004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337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Спробувати демо 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 · TypeScript · Anthropic API · Railway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CEO — Founder Strategist</dc:title>
  <dc:subject>PptxGenJS Presentation</dc:subject>
  <dc:creator>PptxGenJS</dc:creator>
  <cp:lastModifiedBy>PptxGenJS</cp:lastModifiedBy>
  <cp:revision>1</cp:revision>
  <dcterms:created xsi:type="dcterms:W3CDTF">2026-05-30T08:50:27Z</dcterms:created>
  <dcterms:modified xsi:type="dcterms:W3CDTF">2026-05-30T08:50:27Z</dcterms:modified>
</cp:coreProperties>
</file>